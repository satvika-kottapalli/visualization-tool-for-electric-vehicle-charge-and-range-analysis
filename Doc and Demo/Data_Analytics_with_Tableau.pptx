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" y="2286318"/>
            <a:ext cx="8229600" cy="1143000"/>
          </a:xfrm>
        </p:spPr>
        <p:txBody>
          <a:bodyPr/>
          <a:lstStyle/>
          <a:p>
            <a:r>
              <a:rPr dirty="0"/>
              <a:t>Data Analytics with Tableau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0744" y="6688836"/>
            <a:ext cx="640080" cy="685800"/>
          </a:xfrm>
        </p:spPr>
        <p:txBody>
          <a:bodyPr/>
          <a:lstStyle/>
          <a:p>
            <a:pPr marL="0" indent="0" algn="l">
              <a:buNone/>
              <a:defRPr sz="2000">
                <a:latin typeface="Calibri"/>
              </a:defRPr>
            </a:pP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t>The internship was part of APSCHE–SmartBridge collaboration focused on providing real-time, industry-oriented learning.</a:t>
            </a:r>
          </a:p>
          <a:p>
            <a:pPr algn="l">
              <a:defRPr sz="2000">
                <a:latin typeface="Calibri"/>
              </a:defRPr>
            </a:pPr>
            <a:r>
              <a:t>The main objective was to gain hands-on experience in Data Analytics and Visualization using Tableau.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rPr dirty="0"/>
              <a:t>Gain practical experience in Data Analytics</a:t>
            </a:r>
          </a:p>
          <a:p>
            <a:pPr>
              <a:defRPr sz="2000">
                <a:latin typeface="Calibri"/>
              </a:defRPr>
            </a:pPr>
            <a:r>
              <a:rPr dirty="0"/>
              <a:t>Build interactive dashboards using Tableau</a:t>
            </a:r>
          </a:p>
          <a:p>
            <a:pPr>
              <a:defRPr sz="2000">
                <a:latin typeface="Calibri"/>
              </a:defRPr>
            </a:pPr>
            <a:r>
              <a:rPr lang="en-IN" dirty="0"/>
              <a:t>L</a:t>
            </a:r>
            <a:r>
              <a:rPr dirty="0"/>
              <a:t>earn data cleaning and visualization</a:t>
            </a:r>
          </a:p>
          <a:p>
            <a:pPr>
              <a:defRPr sz="2000">
                <a:latin typeface="Calibri"/>
              </a:defRPr>
            </a:pPr>
            <a:r>
              <a:rPr dirty="0"/>
              <a:t>Understand consumer insights and storytelling</a:t>
            </a:r>
          </a:p>
          <a:p>
            <a:pPr>
              <a:defRPr sz="2000">
                <a:latin typeface="Calibri"/>
              </a:defRPr>
            </a:pPr>
            <a:r>
              <a:rPr dirty="0"/>
              <a:t>Develop presentation and analytical skills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Organization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t>APSCHE–SmartBridge partnership offers students practical exposure to technologies like Data Analytics, AI, and Cloud Computing.</a:t>
            </a:r>
          </a:p>
          <a:p>
            <a:pPr algn="l">
              <a:defRPr sz="2000">
                <a:latin typeface="Calibri"/>
              </a:defRPr>
            </a:pPr>
            <a:r>
              <a:t>Vision: To empower students with practical technology skills.</a:t>
            </a:r>
          </a:p>
          <a:p>
            <a:pPr algn="l">
              <a:defRPr sz="2000">
                <a:latin typeface="Calibri"/>
              </a:defRPr>
            </a:pPr>
            <a:r>
              <a:t>Mission: To bridge academia and industry through experiential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Project:</a:t>
            </a:r>
            <a:r>
              <a:rPr lang="en-US" sz="3600" dirty="0" err="1"/>
              <a:t>VISULATION</a:t>
            </a:r>
            <a:r>
              <a:rPr lang="en-US" sz="3600" dirty="0"/>
              <a:t> TOOL FOR ELECTRIC VEHICLE CHARGE AND RANGE ANALYSIS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rPr dirty="0"/>
              <a:t>Objective: To analyze </a:t>
            </a:r>
            <a:r>
              <a:rPr lang="en-US" dirty="0"/>
              <a:t>electrical vehicle </a:t>
            </a:r>
            <a:r>
              <a:rPr dirty="0"/>
              <a:t>sales.</a:t>
            </a:r>
          </a:p>
          <a:p>
            <a:pPr algn="l">
              <a:defRPr sz="2000">
                <a:latin typeface="Calibri"/>
              </a:defRPr>
            </a:pPr>
            <a:r>
              <a:rPr dirty="0" err="1"/>
              <a:t>Dataset:</a:t>
            </a:r>
            <a:r>
              <a:rPr lang="en-US" dirty="0" err="1"/>
              <a:t>Indian</a:t>
            </a:r>
            <a:r>
              <a:rPr lang="en-US" dirty="0"/>
              <a:t> elecricalVehicles</a:t>
            </a:r>
            <a:r>
              <a:rPr dirty="0"/>
              <a:t>.csv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Tools: Tableau, Excel, Google Sheets, MySQL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Outcome: Created dashboards showing insights into product sales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rPr dirty="0"/>
              <a:t>Tableau – Visualization and dashboard creation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MySQL – Data querying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Microsoft Excel – Data cleaning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Google Sheets – Preprocessing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GitHub – Project repository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Activities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rPr dirty="0"/>
              <a:t>Week 1–2: Learned data analytics basics and SQL operations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Week 3–4: Built dashboards and explored Tableau features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Week 5–6: Applied storytelling and created project dashboards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Week 7–8: Completed documentation, GitHub upload, and final evaluation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Acquired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2000">
                <a:latin typeface="Calibri"/>
              </a:defRPr>
            </a:pPr>
            <a:r>
              <a:rPr dirty="0"/>
              <a:t>Technical Skills: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Tableau dashboard design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SQL querying and data cleaning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Data storytelling and visualization</a:t>
            </a:r>
          </a:p>
          <a:p>
            <a:pPr algn="l">
              <a:defRPr sz="2000">
                <a:latin typeface="Calibri"/>
              </a:defRPr>
            </a:pPr>
            <a:endParaRPr dirty="0"/>
          </a:p>
          <a:p>
            <a:pPr marL="0" indent="0" algn="l">
              <a:buNone/>
              <a:defRPr sz="2000">
                <a:latin typeface="Calibri"/>
              </a:defRPr>
            </a:pPr>
            <a:r>
              <a:rPr dirty="0"/>
              <a:t>Soft Skills: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Communication and teamwork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Problem-solving and time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rPr dirty="0"/>
              <a:t>Learned to interpret business data effectively</a:t>
            </a:r>
          </a:p>
          <a:p>
            <a:pPr algn="l">
              <a:defRPr sz="2000">
                <a:latin typeface="Calibri"/>
              </a:defRPr>
            </a:pPr>
            <a:r>
              <a:rPr lang="en-IN" dirty="0"/>
              <a:t>D</a:t>
            </a:r>
            <a:r>
              <a:rPr dirty="0" err="1"/>
              <a:t>eveloped</a:t>
            </a:r>
            <a:r>
              <a:rPr dirty="0"/>
              <a:t> analytical thinking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Understood visualization for decision-making</a:t>
            </a:r>
          </a:p>
          <a:p>
            <a:pPr algn="l">
              <a:defRPr sz="2000">
                <a:latin typeface="Calibri"/>
              </a:defRPr>
            </a:pPr>
            <a:r>
              <a:rPr dirty="0"/>
              <a:t>Improved technical and managerial competencies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Work Environment &amp;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t>The internship provided a supportive virtual learning environment with mentor guidance.</a:t>
            </a:r>
          </a:p>
          <a:p>
            <a:pPr algn="l">
              <a:defRPr sz="2000">
                <a:latin typeface="Calibri"/>
              </a:defRPr>
            </a:pPr>
            <a:r>
              <a:t>Collaboration, self-learning, and feedback were integral parts, enhancing professional confidence.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2000">
                <a:latin typeface="Calibri"/>
              </a:defRPr>
            </a:pPr>
            <a:r>
              <a:t>The internship enhanced both technical and professional skills in Data Analytics.</a:t>
            </a:r>
          </a:p>
          <a:p>
            <a:pPr algn="l">
              <a:defRPr sz="2000">
                <a:latin typeface="Calibri"/>
              </a:defRPr>
            </a:pPr>
            <a:r>
              <a:t>It strengthened my understanding of visualization and prepared me for real-world data-driven roles.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Sales by </a:t>
            </a:r>
            <a:r>
              <a:rPr lang="en-US" dirty="0"/>
              <a:t>vehicles</a:t>
            </a:r>
            <a:r>
              <a:rPr dirty="0"/>
              <a:t> Category</a:t>
            </a:r>
          </a:p>
        </p:txBody>
      </p:sp>
      <p:pic>
        <p:nvPicPr>
          <p:cNvPr id="3" name="Picture 2" descr="bar_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540327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Sales Share</a:t>
            </a:r>
          </a:p>
        </p:txBody>
      </p:sp>
      <p:pic>
        <p:nvPicPr>
          <p:cNvPr id="3" name="Picture 2" descr="pie_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1959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vs Profit</a:t>
            </a:r>
          </a:p>
        </p:txBody>
      </p:sp>
      <p:pic>
        <p:nvPicPr>
          <p:cNvPr id="3" name="Picture 2" descr="line_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64129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7C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896" y="2633790"/>
            <a:ext cx="8229600" cy="1143000"/>
          </a:xfrm>
        </p:spPr>
        <p:txBody>
          <a:bodyPr/>
          <a:lstStyle/>
          <a:p>
            <a:r>
              <a:rPr lang="en-IN" dirty="0"/>
              <a:t>THANK YOU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896" y="6747954"/>
            <a:ext cx="649224" cy="621474"/>
          </a:xfrm>
        </p:spPr>
        <p:txBody>
          <a:bodyPr/>
          <a:lstStyle/>
          <a:p>
            <a:pPr marL="0" indent="0" algn="l">
              <a:buNone/>
              <a:defRPr sz="2000">
                <a:latin typeface="Calibri"/>
              </a:defRPr>
            </a:pPr>
            <a:r>
              <a:rPr lang="en-IN" dirty="0"/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348</Words>
  <Application>Microsoft Office PowerPoint</Application>
  <PresentationFormat>On-screen Show (4:3)</PresentationFormat>
  <Paragraphs>56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Data Analytics with Tableau</vt:lpstr>
      <vt:lpstr>Introduction to Internship</vt:lpstr>
      <vt:lpstr>Learning Objectives</vt:lpstr>
      <vt:lpstr>Organization Overview</vt:lpstr>
      <vt:lpstr>Project:VISULATION TOOL FOR ELECTRIC VEHICLE CHARGE AND RANGE ANALYSIS</vt:lpstr>
      <vt:lpstr>Tools &amp; Technologies Used</vt:lpstr>
      <vt:lpstr>Weekly Activities Summary</vt:lpstr>
      <vt:lpstr>Skills Acquired</vt:lpstr>
      <vt:lpstr>Internship Outcomes</vt:lpstr>
      <vt:lpstr>Work Environment &amp; Experience</vt:lpstr>
      <vt:lpstr>Conclusion</vt:lpstr>
      <vt:lpstr>Sales by vehicles Category</vt:lpstr>
      <vt:lpstr>Category Sales Share</vt:lpstr>
      <vt:lpstr>Sales vs Profit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Kottapalli Satvika</cp:lastModifiedBy>
  <cp:revision>5</cp:revision>
  <dcterms:created xsi:type="dcterms:W3CDTF">2013-01-27T09:14:16Z</dcterms:created>
  <dcterms:modified xsi:type="dcterms:W3CDTF">2026-02-28T15:10:25Z</dcterms:modified>
  <cp:category/>
</cp:coreProperties>
</file>